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0" r:id="rId4"/>
  </p:sldMasterIdLst>
  <p:notesMasterIdLst>
    <p:notesMasterId r:id="rId7"/>
  </p:notesMasterIdLst>
  <p:handoutMasterIdLst>
    <p:handoutMasterId r:id="rId8"/>
  </p:handoutMasterIdLst>
  <p:sldIdLst>
    <p:sldId id="288" r:id="rId5"/>
    <p:sldId id="285" r:id="rId6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D2D8"/>
    <a:srgbClr val="FFFFFF"/>
    <a:srgbClr val="83CBEB"/>
    <a:srgbClr val="E97132"/>
    <a:srgbClr val="7030A0"/>
    <a:srgbClr val="F2CFEE"/>
    <a:srgbClr val="F2AA84"/>
    <a:srgbClr val="3A3A3A"/>
    <a:srgbClr val="E7EAED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290364A-2F06-4C2D-9CAA-ABDC9B437F3F}" v="1" dt="2026-05-15T05:59:29.27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510" autoAdjust="0"/>
    <p:restoredTop sz="96314" autoAdjust="0"/>
  </p:normalViewPr>
  <p:slideViewPr>
    <p:cSldViewPr snapToGrid="0">
      <p:cViewPr varScale="1">
        <p:scale>
          <a:sx n="126" d="100"/>
          <a:sy n="126" d="100"/>
        </p:scale>
        <p:origin x="163" y="7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notesViewPr>
    <p:cSldViewPr snapToGrid="0">
      <p:cViewPr varScale="1">
        <p:scale>
          <a:sx n="72" d="100"/>
          <a:sy n="72" d="100"/>
        </p:scale>
        <p:origin x="2155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mma Kuo/WHQ/Wistron" userId="b8d04969-69ae-4c33-96d8-ad1c1bc3e392" providerId="ADAL" clId="{413F07A7-1A06-4F56-8183-5D1855786FC8}"/>
    <pc:docChg chg="undo custSel addSld delSld modSld sldOrd modMainMaster">
      <pc:chgData name="Emma Kuo/WHQ/Wistron" userId="b8d04969-69ae-4c33-96d8-ad1c1bc3e392" providerId="ADAL" clId="{413F07A7-1A06-4F56-8183-5D1855786FC8}" dt="2026-05-15T06:30:02.353" v="2462" actId="47"/>
      <pc:docMkLst>
        <pc:docMk/>
      </pc:docMkLst>
      <pc:sldChg chg="modSp mod">
        <pc:chgData name="Emma Kuo/WHQ/Wistron" userId="b8d04969-69ae-4c33-96d8-ad1c1bc3e392" providerId="ADAL" clId="{413F07A7-1A06-4F56-8183-5D1855786FC8}" dt="2026-05-15T01:56:48.403" v="2447" actId="255"/>
        <pc:sldMkLst>
          <pc:docMk/>
          <pc:sldMk cId="255442618" sldId="288"/>
        </pc:sldMkLst>
        <pc:spChg chg="mod">
          <ac:chgData name="Emma Kuo/WHQ/Wistron" userId="b8d04969-69ae-4c33-96d8-ad1c1bc3e392" providerId="ADAL" clId="{413F07A7-1A06-4F56-8183-5D1855786FC8}" dt="2026-05-15T01:56:48.403" v="2447" actId="255"/>
          <ac:spMkLst>
            <pc:docMk/>
            <pc:sldMk cId="255442618" sldId="288"/>
            <ac:spMk id="5" creationId="{42416400-2D2B-4745-DD04-2DFDAC8685E8}"/>
          </ac:spMkLst>
        </pc:spChg>
        <pc:spChg chg="mod">
          <ac:chgData name="Emma Kuo/WHQ/Wistron" userId="b8d04969-69ae-4c33-96d8-ad1c1bc3e392" providerId="ADAL" clId="{413F07A7-1A06-4F56-8183-5D1855786FC8}" dt="2026-05-15T01:56:38.133" v="2445" actId="20577"/>
          <ac:spMkLst>
            <pc:docMk/>
            <pc:sldMk cId="255442618" sldId="288"/>
            <ac:spMk id="6" creationId="{DB0BD2AF-17F7-F972-4342-2B9313048B1D}"/>
          </ac:spMkLst>
        </pc:spChg>
      </pc:sldChg>
      <pc:sldChg chg="new del">
        <pc:chgData name="Emma Kuo/WHQ/Wistron" userId="b8d04969-69ae-4c33-96d8-ad1c1bc3e392" providerId="ADAL" clId="{413F07A7-1A06-4F56-8183-5D1855786FC8}" dt="2026-05-15T06:30:02.353" v="2462" actId="47"/>
        <pc:sldMkLst>
          <pc:docMk/>
          <pc:sldMk cId="2850283814" sldId="289"/>
        </pc:sldMkLst>
      </pc:sldChg>
      <pc:sldChg chg="modSp del mod">
        <pc:chgData name="Emma Kuo/WHQ/Wistron" userId="b8d04969-69ae-4c33-96d8-ad1c1bc3e392" providerId="ADAL" clId="{413F07A7-1A06-4F56-8183-5D1855786FC8}" dt="2026-05-15T02:52:11.176" v="2455" actId="47"/>
        <pc:sldMkLst>
          <pc:docMk/>
          <pc:sldMk cId="1130021567" sldId="398"/>
        </pc:sldMkLst>
        <pc:spChg chg="mod">
          <ac:chgData name="Emma Kuo/WHQ/Wistron" userId="b8d04969-69ae-4c33-96d8-ad1c1bc3e392" providerId="ADAL" clId="{413F07A7-1A06-4F56-8183-5D1855786FC8}" dt="2026-05-15T01:56:54.660" v="2448" actId="20577"/>
          <ac:spMkLst>
            <pc:docMk/>
            <pc:sldMk cId="1130021567" sldId="398"/>
            <ac:spMk id="2" creationId="{F93EBAD0-EA36-F888-5D18-881E48C37FB9}"/>
          </ac:spMkLst>
        </pc:spChg>
        <pc:spChg chg="mod">
          <ac:chgData name="Emma Kuo/WHQ/Wistron" userId="b8d04969-69ae-4c33-96d8-ad1c1bc3e392" providerId="ADAL" clId="{413F07A7-1A06-4F56-8183-5D1855786FC8}" dt="2026-05-15T02:11:42.151" v="2449" actId="20577"/>
          <ac:spMkLst>
            <pc:docMk/>
            <pc:sldMk cId="1130021567" sldId="398"/>
            <ac:spMk id="4" creationId="{C3CB4915-487E-38AC-80AC-B6587F55F030}"/>
          </ac:spMkLst>
        </pc:spChg>
        <pc:spChg chg="mod">
          <ac:chgData name="Emma Kuo/WHQ/Wistron" userId="b8d04969-69ae-4c33-96d8-ad1c1bc3e392" providerId="ADAL" clId="{413F07A7-1A06-4F56-8183-5D1855786FC8}" dt="2026-05-15T02:11:44.814" v="2450" actId="20577"/>
          <ac:spMkLst>
            <pc:docMk/>
            <pc:sldMk cId="1130021567" sldId="398"/>
            <ac:spMk id="5" creationId="{54C37D59-55FD-3335-2584-93846609D8B5}"/>
          </ac:spMkLst>
        </pc:spChg>
      </pc:sldChg>
      <pc:sldChg chg="addSp delSp modSp new del mod chgLayout">
        <pc:chgData name="Emma Kuo/WHQ/Wistron" userId="b8d04969-69ae-4c33-96d8-ad1c1bc3e392" providerId="ADAL" clId="{413F07A7-1A06-4F56-8183-5D1855786FC8}" dt="2026-05-15T02:52:11.176" v="2455" actId="47"/>
        <pc:sldMkLst>
          <pc:docMk/>
          <pc:sldMk cId="2499226715" sldId="399"/>
        </pc:sldMkLst>
        <pc:spChg chg="mod ord">
          <ac:chgData name="Emma Kuo/WHQ/Wistron" userId="b8d04969-69ae-4c33-96d8-ad1c1bc3e392" providerId="ADAL" clId="{413F07A7-1A06-4F56-8183-5D1855786FC8}" dt="2026-05-15T02:11:49.753" v="2451" actId="20577"/>
          <ac:spMkLst>
            <pc:docMk/>
            <pc:sldMk cId="2499226715" sldId="399"/>
            <ac:spMk id="2" creationId="{F648879E-5DB7-EA0A-0B7D-90E3DB604DB0}"/>
          </ac:spMkLst>
        </pc:spChg>
        <pc:spChg chg="mod ord">
          <ac:chgData name="Emma Kuo/WHQ/Wistron" userId="b8d04969-69ae-4c33-96d8-ad1c1bc3e392" providerId="ADAL" clId="{413F07A7-1A06-4F56-8183-5D1855786FC8}" dt="2026-05-15T02:11:51.556" v="2452" actId="20577"/>
          <ac:spMkLst>
            <pc:docMk/>
            <pc:sldMk cId="2499226715" sldId="399"/>
            <ac:spMk id="4" creationId="{BC7D69DB-EF67-9E89-1649-C843FF8D687A}"/>
          </ac:spMkLst>
        </pc:spChg>
        <pc:spChg chg="add mod ord">
          <ac:chgData name="Emma Kuo/WHQ/Wistron" userId="b8d04969-69ae-4c33-96d8-ad1c1bc3e392" providerId="ADAL" clId="{413F07A7-1A06-4F56-8183-5D1855786FC8}" dt="2026-05-15T02:11:53.892" v="2454" actId="27636"/>
          <ac:spMkLst>
            <pc:docMk/>
            <pc:sldMk cId="2499226715" sldId="399"/>
            <ac:spMk id="12" creationId="{56A8F61A-58A0-23D8-FAD2-5F9D917BD078}"/>
          </ac:spMkLst>
        </pc:spChg>
      </pc:sldChg>
      <pc:sldMasterChg chg="addSp delSp modSp mod modSldLayout">
        <pc:chgData name="Emma Kuo/WHQ/Wistron" userId="b8d04969-69ae-4c33-96d8-ad1c1bc3e392" providerId="ADAL" clId="{413F07A7-1A06-4F56-8183-5D1855786FC8}" dt="2026-05-15T05:59:29.273" v="2460"/>
        <pc:sldMasterMkLst>
          <pc:docMk/>
          <pc:sldMasterMk cId="2922750543" sldId="2147483660"/>
        </pc:sldMasterMkLst>
        <pc:spChg chg="mod">
          <ac:chgData name="Emma Kuo/WHQ/Wistron" userId="b8d04969-69ae-4c33-96d8-ad1c1bc3e392" providerId="ADAL" clId="{413F07A7-1A06-4F56-8183-5D1855786FC8}" dt="2026-04-17T06:10:53.350" v="2296" actId="113"/>
          <ac:spMkLst>
            <pc:docMk/>
            <pc:sldMasterMk cId="2922750543" sldId="2147483660"/>
            <ac:spMk id="2" creationId="{00000000-0000-0000-0000-000000000000}"/>
          </ac:spMkLst>
        </pc:spChg>
        <pc:sldLayoutChg chg="addSp modSp">
          <pc:chgData name="Emma Kuo/WHQ/Wistron" userId="b8d04969-69ae-4c33-96d8-ad1c1bc3e392" providerId="ADAL" clId="{413F07A7-1A06-4F56-8183-5D1855786FC8}" dt="2026-05-15T05:59:29.273" v="2460"/>
          <pc:sldLayoutMkLst>
            <pc:docMk/>
            <pc:sldMasterMk cId="2922750543" sldId="2147483660"/>
            <pc:sldLayoutMk cId="2634661887" sldId="2147483667"/>
          </pc:sldLayoutMkLst>
          <pc:spChg chg="add mod">
            <ac:chgData name="Emma Kuo/WHQ/Wistron" userId="b8d04969-69ae-4c33-96d8-ad1c1bc3e392" providerId="ADAL" clId="{413F07A7-1A06-4F56-8183-5D1855786FC8}" dt="2026-05-15T05:59:29.273" v="2460"/>
            <ac:spMkLst>
              <pc:docMk/>
              <pc:sldMasterMk cId="2922750543" sldId="2147483660"/>
              <pc:sldLayoutMk cId="2634661887" sldId="2147483667"/>
              <ac:spMk id="2" creationId="{51A62EA4-E8A9-78B5-014C-BFCF9E1D9DCA}"/>
            </ac:spMkLst>
          </pc:spChg>
        </pc:sldLayoutChg>
        <pc:sldLayoutChg chg="modSp mod">
          <pc:chgData name="Emma Kuo/WHQ/Wistron" userId="b8d04969-69ae-4c33-96d8-ad1c1bc3e392" providerId="ADAL" clId="{413F07A7-1A06-4F56-8183-5D1855786FC8}" dt="2026-05-15T05:56:42.001" v="2459" actId="255"/>
          <pc:sldLayoutMkLst>
            <pc:docMk/>
            <pc:sldMasterMk cId="2922750543" sldId="2147483660"/>
            <pc:sldLayoutMk cId="4093196535" sldId="2147483673"/>
          </pc:sldLayoutMkLst>
          <pc:spChg chg="mod">
            <ac:chgData name="Emma Kuo/WHQ/Wistron" userId="b8d04969-69ae-4c33-96d8-ad1c1bc3e392" providerId="ADAL" clId="{413F07A7-1A06-4F56-8183-5D1855786FC8}" dt="2026-05-15T05:56:37.335" v="2458" actId="255"/>
            <ac:spMkLst>
              <pc:docMk/>
              <pc:sldMasterMk cId="2922750543" sldId="2147483660"/>
              <pc:sldLayoutMk cId="4093196535" sldId="2147483673"/>
              <ac:spMk id="2" creationId="{00000000-0000-0000-0000-000000000000}"/>
            </ac:spMkLst>
          </pc:spChg>
          <pc:spChg chg="mod">
            <ac:chgData name="Emma Kuo/WHQ/Wistron" userId="b8d04969-69ae-4c33-96d8-ad1c1bc3e392" providerId="ADAL" clId="{413F07A7-1A06-4F56-8183-5D1855786FC8}" dt="2026-05-15T05:56:42.001" v="2459" actId="255"/>
            <ac:spMkLst>
              <pc:docMk/>
              <pc:sldMasterMk cId="2922750543" sldId="2147483660"/>
              <pc:sldLayoutMk cId="4093196535" sldId="2147483673"/>
              <ac:spMk id="3" creationId="{49F332F9-A603-A418-4F1D-BE8820B85070}"/>
            </ac:spMkLst>
          </pc:spChg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>
            <a:extLst>
              <a:ext uri="{FF2B5EF4-FFF2-40B4-BE49-F238E27FC236}">
                <a16:creationId xmlns:a16="http://schemas.microsoft.com/office/drawing/2014/main" id="{37C4BB3E-FFCD-995C-D26F-C23AC7B4597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CD9144A5-C088-0804-3E17-ADDF14A87D5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3DB554-A554-4FCB-9D0E-F88E5323724E}" type="datetimeFigureOut">
              <a:rPr lang="zh-TW" altLang="en-US" smtClean="0"/>
              <a:t>2026/5/15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CBF1BB17-8453-3C36-BEA6-FD541B0B683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56F6124D-D40A-FFD6-E4D0-6EFFAFD68D2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CC649A-2700-4C95-806C-29C48A65D2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0644535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B5C341-7210-4F38-ABD8-D11202178823}" type="datetimeFigureOut">
              <a:rPr lang="zh-TW" altLang="en-US" smtClean="0"/>
              <a:t>2026/5/15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ED69D4-DD47-449F-B599-13612730EB0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42107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W title slide _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70490" y="425669"/>
            <a:ext cx="7200000" cy="1960264"/>
          </a:xfrm>
        </p:spPr>
        <p:txBody>
          <a:bodyPr lIns="0" tIns="0" rIns="0" bIns="0" anchor="b">
            <a:normAutofit/>
          </a:bodyPr>
          <a:lstStyle>
            <a:lvl1pPr algn="l" rtl="0">
              <a:lnSpc>
                <a:spcPct val="100000"/>
              </a:lnSpc>
              <a:defRPr sz="40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zh-TW" altLang="en-US" dirty="0"/>
              <a:t>按一下以編輯母片標題樣式</a:t>
            </a:r>
            <a:br>
              <a:rPr lang="en-US" altLang="zh-TW" dirty="0"/>
            </a:br>
            <a:r>
              <a:rPr lang="zh-TW" altLang="en-US" dirty="0"/>
              <a:t>按一下以編輯母片標題樣式</a:t>
            </a:r>
            <a:endParaRPr lang="en-US" dirty="0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49F332F9-A603-A418-4F1D-BE8820B85070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522033" y="2688144"/>
            <a:ext cx="4276133" cy="103270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ts val="1400"/>
              </a:lnSpc>
              <a:spcBef>
                <a:spcPts val="0"/>
              </a:spcBef>
              <a:buNone/>
              <a:defRPr sz="900">
                <a:solidFill>
                  <a:schemeClr val="bg1"/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altLang="zh-TW" dirty="0"/>
              <a:t>Presenter’s Name </a:t>
            </a:r>
          </a:p>
          <a:p>
            <a:pPr lvl="0"/>
            <a:r>
              <a:rPr lang="en-US" altLang="zh-TW" dirty="0"/>
              <a:t>Presenter’s Dept.</a:t>
            </a:r>
          </a:p>
          <a:p>
            <a:pPr lvl="0"/>
            <a:r>
              <a:rPr lang="en-US" altLang="zh-TW" dirty="0" err="1"/>
              <a:t>yyyy</a:t>
            </a:r>
            <a:r>
              <a:rPr lang="en-US" altLang="zh-TW" dirty="0"/>
              <a:t>/mm/dd</a:t>
            </a:r>
          </a:p>
          <a:p>
            <a:pPr lvl="0"/>
            <a:endParaRPr lang="en-US" altLang="zh-TW" dirty="0"/>
          </a:p>
        </p:txBody>
      </p:sp>
      <p:pic>
        <p:nvPicPr>
          <p:cNvPr id="5" name="圖片 4" descr="一張含有 字型, 圖形, 文字, 平面設計 的圖片&#10;&#10;自動產生的描述">
            <a:extLst>
              <a:ext uri="{FF2B5EF4-FFF2-40B4-BE49-F238E27FC236}">
                <a16:creationId xmlns:a16="http://schemas.microsoft.com/office/drawing/2014/main" id="{BE5A06D7-9E47-DB88-5FA9-23A9929D28B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04980" y="4480145"/>
            <a:ext cx="1778329" cy="769469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4E380CBB-C9E3-E3C2-EFDE-60E68C44D538}"/>
              </a:ext>
            </a:extLst>
          </p:cNvPr>
          <p:cNvSpPr/>
          <p:nvPr userDrawn="1"/>
        </p:nvSpPr>
        <p:spPr>
          <a:xfrm>
            <a:off x="404218" y="2724969"/>
            <a:ext cx="36000" cy="482575"/>
          </a:xfrm>
          <a:prstGeom prst="rect">
            <a:avLst/>
          </a:prstGeom>
          <a:solidFill>
            <a:srgbClr val="A3CC5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931965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F097E-CCF1-4241-87BD-030B3D15E719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9359E75-9596-4784-B8E5-06F828D80529}"/>
              </a:ext>
            </a:extLst>
          </p:cNvPr>
          <p:cNvSpPr/>
          <p:nvPr userDrawn="1"/>
        </p:nvSpPr>
        <p:spPr>
          <a:xfrm>
            <a:off x="0" y="0"/>
            <a:ext cx="198521" cy="6196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1A62EA4-E8A9-78B5-014C-BFCF9E1D9DCA}"/>
              </a:ext>
            </a:extLst>
          </p:cNvPr>
          <p:cNvSpPr/>
          <p:nvPr userDrawn="1"/>
        </p:nvSpPr>
        <p:spPr>
          <a:xfrm>
            <a:off x="0" y="0"/>
            <a:ext cx="57600" cy="576000"/>
          </a:xfrm>
          <a:prstGeom prst="rect">
            <a:avLst/>
          </a:prstGeom>
          <a:solidFill>
            <a:srgbClr val="9FCA5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346618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e_p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6928" y="4761"/>
            <a:ext cx="7200000" cy="1960263"/>
          </a:xfrm>
        </p:spPr>
        <p:txBody>
          <a:bodyPr vert="horz" lIns="0" tIns="0" rIns="0" bIns="0" rtlCol="0" anchor="b">
            <a:normAutofit/>
          </a:bodyPr>
          <a:lstStyle>
            <a:lvl1pPr>
              <a:defRPr lang="en-US" sz="2800" dirty="0">
                <a:solidFill>
                  <a:schemeClr val="bg1"/>
                </a:solidFill>
              </a:defRPr>
            </a:lvl1pPr>
          </a:lstStyle>
          <a:p>
            <a:pPr marL="0" lvl="0"/>
            <a:r>
              <a:rPr lang="zh-TW" altLang="en-US" dirty="0"/>
              <a:t>按一下以編輯母片標題樣式</a:t>
            </a:r>
            <a:endParaRPr lang="en-US" dirty="0"/>
          </a:p>
        </p:txBody>
      </p:sp>
      <p:pic>
        <p:nvPicPr>
          <p:cNvPr id="3" name="圖片 2" descr="一張含有 字型, 圖形, 文字, 平面設計 的圖片&#10;&#10;自動產生的描述">
            <a:extLst>
              <a:ext uri="{FF2B5EF4-FFF2-40B4-BE49-F238E27FC236}">
                <a16:creationId xmlns:a16="http://schemas.microsoft.com/office/drawing/2014/main" id="{A29B1802-2694-3DED-D132-3B6EF743432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1346" y="4475747"/>
            <a:ext cx="1743460" cy="754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89017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jp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圖片 10">
            <a:extLst>
              <a:ext uri="{FF2B5EF4-FFF2-40B4-BE49-F238E27FC236}">
                <a16:creationId xmlns:a16="http://schemas.microsoft.com/office/drawing/2014/main" id="{4536B603-0E7E-A823-3FA4-C1932C849D97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/>
          <a:stretch/>
        </p:blipFill>
        <p:spPr>
          <a:xfrm>
            <a:off x="0" y="4905756"/>
            <a:ext cx="9144000" cy="237744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1285" y="85708"/>
            <a:ext cx="8640000" cy="486993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zh-TW" altLang="en-US" dirty="0"/>
              <a:t>按一下以編輯母片標題樣式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-232826" y="4878474"/>
            <a:ext cx="514108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EACF097E-CCF1-4241-87BD-030B3D15E719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  <p:sp>
        <p:nvSpPr>
          <p:cNvPr id="7" name="文字版面配置區 6">
            <a:extLst>
              <a:ext uri="{FF2B5EF4-FFF2-40B4-BE49-F238E27FC236}">
                <a16:creationId xmlns:a16="http://schemas.microsoft.com/office/drawing/2014/main" id="{B1436069-A2B2-D84E-7D35-D879AA8BDF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51285" y="718956"/>
            <a:ext cx="8639999" cy="413225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E0C123B-1EC1-949C-DA1B-987058D3E3DF}"/>
              </a:ext>
            </a:extLst>
          </p:cNvPr>
          <p:cNvSpPr/>
          <p:nvPr userDrawn="1"/>
        </p:nvSpPr>
        <p:spPr>
          <a:xfrm>
            <a:off x="0" y="0"/>
            <a:ext cx="57600" cy="576000"/>
          </a:xfrm>
          <a:prstGeom prst="rect">
            <a:avLst/>
          </a:prstGeom>
          <a:solidFill>
            <a:srgbClr val="9FCA5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227505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67" r:id="rId2"/>
    <p:sldLayoutId id="2147483682" r:id="rId3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字區塊 2">
            <a:extLst>
              <a:ext uri="{FF2B5EF4-FFF2-40B4-BE49-F238E27FC236}">
                <a16:creationId xmlns:a16="http://schemas.microsoft.com/office/drawing/2014/main" id="{DB0BD2AF-17F7-F972-4342-2B9313048B1D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 altLang="zh-TW" dirty="0"/>
          </a:p>
        </p:txBody>
      </p:sp>
      <p:sp>
        <p:nvSpPr>
          <p:cNvPr id="5" name="文字區塊 1">
            <a:extLst>
              <a:ext uri="{FF2B5EF4-FFF2-40B4-BE49-F238E27FC236}">
                <a16:creationId xmlns:a16="http://schemas.microsoft.com/office/drawing/2014/main" id="{42416400-2D2B-4745-DD04-2DFDAC8685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0489" y="425669"/>
            <a:ext cx="8573027" cy="1960264"/>
          </a:xfrm>
        </p:spPr>
        <p:txBody>
          <a:bodyPr>
            <a:normAutofit/>
          </a:bodyPr>
          <a:lstStyle/>
          <a:p>
            <a:endParaRPr lang="zh-TW" altLang="en-US" sz="4000" b="1" dirty="0"/>
          </a:p>
        </p:txBody>
      </p:sp>
    </p:spTree>
    <p:extLst>
      <p:ext uri="{BB962C8B-B14F-4D97-AF65-F5344CB8AC3E}">
        <p14:creationId xmlns:p14="http://schemas.microsoft.com/office/powerpoint/2010/main" val="2554426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A14224FF-98D1-A067-60B1-385FF161EDF3}"/>
              </a:ext>
            </a:extLst>
          </p:cNvPr>
          <p:cNvSpPr>
            <a:spLocks noGrp="1"/>
          </p:cNvSpPr>
          <p:nvPr>
            <p:ph type="title"/>
          </p:nvPr>
        </p:nvSpPr>
        <p:spPr>
          <a:effectLst>
            <a:outerShdw blurRad="50800" dist="38100" dir="2700000" sx="58000" sy="58000" algn="tl" rotWithShape="0">
              <a:prstClr val="black">
                <a:alpha val="59000"/>
              </a:prstClr>
            </a:outerShdw>
          </a:effectLst>
        </p:spPr>
        <p:txBody>
          <a:bodyPr/>
          <a:lstStyle/>
          <a:p>
            <a:r>
              <a:rPr lang="en-US" altLang="zh-TW" dirty="0"/>
              <a:t>Thank You!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0236655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Wistron_standard_16x9_2024">
  <a:themeElements>
    <a:clrScheme name="Office 佈景主題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e3221d20-eaa3-4e55-b1bb-d3bfe400b3e1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0C7672327E7F04C8823F4F12A60080F" ma:contentTypeVersion="13" ma:contentTypeDescription="Create a new document." ma:contentTypeScope="" ma:versionID="4a85306de6caad608bd48f9733e64bbe">
  <xsd:schema xmlns:xsd="http://www.w3.org/2001/XMLSchema" xmlns:xs="http://www.w3.org/2001/XMLSchema" xmlns:p="http://schemas.microsoft.com/office/2006/metadata/properties" xmlns:ns3="e3221d20-eaa3-4e55-b1bb-d3bfe400b3e1" xmlns:ns4="f5cf55dd-5c4e-4d05-a181-d6f4423e082d" targetNamespace="http://schemas.microsoft.com/office/2006/metadata/properties" ma:root="true" ma:fieldsID="eb061ff54b36187f786a8eabf2ef57a9" ns3:_="" ns4:_="">
    <xsd:import namespace="e3221d20-eaa3-4e55-b1bb-d3bfe400b3e1"/>
    <xsd:import namespace="f5cf55dd-5c4e-4d05-a181-d6f4423e082d"/>
    <xsd:element name="properties">
      <xsd:complexType>
        <xsd:sequence>
          <xsd:element name="documentManagement">
            <xsd:complexType>
              <xsd:all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ObjectDetectorVersions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3221d20-eaa3-4e55-b1bb-d3bfe400b3e1" elementFormDefault="qualified">
    <xsd:import namespace="http://schemas.microsoft.com/office/2006/documentManagement/types"/>
    <xsd:import namespace="http://schemas.microsoft.com/office/infopath/2007/PartnerControls"/>
    <xsd:element name="_activity" ma:index="8" nillable="true" ma:displayName="_activity" ma:hidden="true" ma:internalName="_activity">
      <xsd:simpleType>
        <xsd:restriction base="dms:Note"/>
      </xsd:simpleType>
    </xsd:element>
    <xsd:element name="MediaServiceMetadata" ma:index="12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3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16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5cf55dd-5c4e-4d05-a181-d6f4423e082d" elementFormDefault="qualified">
    <xsd:import namespace="http://schemas.microsoft.com/office/2006/documentManagement/types"/>
    <xsd:import namespace="http://schemas.microsoft.com/office/infopath/2007/PartnerControls"/>
    <xsd:element name="SharedWithUsers" ma:index="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1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CBE940F-A28C-46AF-9B9A-9F64DFDA07D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CE4420F-7E8D-401A-A831-DC15CCB5A0FC}">
  <ds:schemaRefs>
    <ds:schemaRef ds:uri="http://purl.org/dc/terms/"/>
    <ds:schemaRef ds:uri="f5cf55dd-5c4e-4d05-a181-d6f4423e082d"/>
    <ds:schemaRef ds:uri="http://www.w3.org/XML/1998/namespace"/>
    <ds:schemaRef ds:uri="http://schemas.microsoft.com/office/2006/documentManagement/types"/>
    <ds:schemaRef ds:uri="http://purl.org/dc/elements/1.1/"/>
    <ds:schemaRef ds:uri="http://purl.org/dc/dcmitype/"/>
    <ds:schemaRef ds:uri="e3221d20-eaa3-4e55-b1bb-d3bfe400b3e1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B1A8E87C-F154-412D-8439-5684D356C53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3221d20-eaa3-4e55-b1bb-d3bfe400b3e1"/>
    <ds:schemaRef ds:uri="f5cf55dd-5c4e-4d05-a181-d6f4423e082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de0795e0-d7c0-4eeb-b9bb-bc94d8980d3b}" enabled="0" method="" siteId="{de0795e0-d7c0-4eeb-b9bb-bc94d8980d3b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61543</TotalTime>
  <Words>3</Words>
  <Application>Microsoft Office PowerPoint</Application>
  <PresentationFormat>如螢幕大小 (16:9)</PresentationFormat>
  <Paragraphs>1</Paragraphs>
  <Slides>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</vt:i4>
      </vt:variant>
    </vt:vector>
  </HeadingPairs>
  <TitlesOfParts>
    <vt:vector size="5" baseType="lpstr">
      <vt:lpstr>Aptos</vt:lpstr>
      <vt:lpstr>Arial</vt:lpstr>
      <vt:lpstr>Wistron_standard_16x9_2024</vt:lpstr>
      <vt:lpstr>PowerPoint 簡報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Honda Yao/WHQ/Wistron</dc:creator>
  <cp:lastModifiedBy>Emma Kuo/WHQ/Wistron</cp:lastModifiedBy>
  <cp:revision>2090</cp:revision>
  <dcterms:created xsi:type="dcterms:W3CDTF">2024-06-12T08:50:18Z</dcterms:created>
  <dcterms:modified xsi:type="dcterms:W3CDTF">2026-05-15T06:30:06Z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0x01010000C7672327E7F04C8823F4F12A60080F</vt:lpwstr>
  </property>
</Properties>
</file>